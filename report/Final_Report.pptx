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6" r:id="rId1"/>
  </p:sldMasterIdLst>
  <p:sldIdLst>
    <p:sldId id="256" r:id="rId2"/>
    <p:sldId id="258" r:id="rId3"/>
    <p:sldId id="257" r:id="rId4"/>
    <p:sldId id="262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203D29D-F445-45D8-8277-1808E1C33D18}">
          <p14:sldIdLst>
            <p14:sldId id="256"/>
            <p14:sldId id="258"/>
            <p14:sldId id="257"/>
            <p14:sldId id="262"/>
            <p14:sldId id="260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ashwat Singh" initials="SS" lastIdx="1" clrIdx="0">
    <p:extLst>
      <p:ext uri="{19B8F6BF-5375-455C-9EA6-DF929625EA0E}">
        <p15:presenceInfo xmlns:p15="http://schemas.microsoft.com/office/powerpoint/2012/main" userId="7a35657d3f772ad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74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AA2645-9D89-49CC-B518-4D3B2D6D305F}" type="doc">
      <dgm:prSet loTypeId="urn:microsoft.com/office/officeart/2005/8/layout/hierarchy2" loCatId="hierarchy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en-IN"/>
        </a:p>
      </dgm:t>
    </dgm:pt>
    <dgm:pt modelId="{B6909818-18AF-487D-BDDC-162E0DB6B726}">
      <dgm:prSet phldrT="[Text]"/>
      <dgm:spPr/>
      <dgm:t>
        <a:bodyPr/>
        <a:lstStyle/>
        <a:p>
          <a:r>
            <a:rPr lang="en-IN" b="1" dirty="0"/>
            <a:t>Retention Rate</a:t>
          </a:r>
        </a:p>
      </dgm:t>
    </dgm:pt>
    <dgm:pt modelId="{639BAA8B-4415-4CF6-AE3B-1C08920A57E8}" type="parTrans" cxnId="{999E7F0E-BD4A-4D43-A1B3-65BCD6159412}">
      <dgm:prSet/>
      <dgm:spPr/>
      <dgm:t>
        <a:bodyPr/>
        <a:lstStyle/>
        <a:p>
          <a:endParaRPr lang="en-IN"/>
        </a:p>
      </dgm:t>
    </dgm:pt>
    <dgm:pt modelId="{43E09613-8EAF-4C12-95F8-7219B0B23D49}" type="sibTrans" cxnId="{999E7F0E-BD4A-4D43-A1B3-65BCD6159412}">
      <dgm:prSet/>
      <dgm:spPr/>
      <dgm:t>
        <a:bodyPr/>
        <a:lstStyle/>
        <a:p>
          <a:endParaRPr lang="en-IN"/>
        </a:p>
      </dgm:t>
    </dgm:pt>
    <dgm:pt modelId="{13177550-12D7-4CE7-8786-E9E68CAFB109}">
      <dgm:prSet phldrT="[Text]"/>
      <dgm:spPr/>
      <dgm:t>
        <a:bodyPr/>
        <a:lstStyle/>
        <a:p>
          <a:r>
            <a:rPr lang="en-IN" b="1" dirty="0"/>
            <a:t>1 - Churn Rate</a:t>
          </a:r>
        </a:p>
      </dgm:t>
    </dgm:pt>
    <dgm:pt modelId="{AE16A759-0E3C-4799-B118-DB6AD1501552}" type="parTrans" cxnId="{236A20A7-EADA-461D-8D47-2C76A596339B}">
      <dgm:prSet/>
      <dgm:spPr/>
      <dgm:t>
        <a:bodyPr/>
        <a:lstStyle/>
        <a:p>
          <a:endParaRPr lang="en-IN"/>
        </a:p>
      </dgm:t>
    </dgm:pt>
    <dgm:pt modelId="{E65D3C48-A1A6-4100-A371-D4C005BA2854}" type="sibTrans" cxnId="{236A20A7-EADA-461D-8D47-2C76A596339B}">
      <dgm:prSet/>
      <dgm:spPr/>
      <dgm:t>
        <a:bodyPr/>
        <a:lstStyle/>
        <a:p>
          <a:endParaRPr lang="en-IN"/>
        </a:p>
      </dgm:t>
    </dgm:pt>
    <dgm:pt modelId="{DA0ED21C-33F1-4843-998C-A5CB0A7C7D4A}">
      <dgm:prSet phldrT="[Text]"/>
      <dgm:spPr/>
      <dgm:t>
        <a:bodyPr/>
        <a:lstStyle/>
        <a:p>
          <a:r>
            <a:rPr lang="en-IN" b="1" dirty="0"/>
            <a:t># Customers Lost</a:t>
          </a:r>
        </a:p>
      </dgm:t>
    </dgm:pt>
    <dgm:pt modelId="{E9144095-29E5-4311-B3E0-DDA83985E8B8}" type="parTrans" cxnId="{9E2D2195-CA3F-4EF6-8F72-E9F87FA984D0}">
      <dgm:prSet/>
      <dgm:spPr/>
      <dgm:t>
        <a:bodyPr/>
        <a:lstStyle/>
        <a:p>
          <a:endParaRPr lang="en-IN"/>
        </a:p>
      </dgm:t>
    </dgm:pt>
    <dgm:pt modelId="{E1CF0897-E71E-441F-8037-73602A4FFC02}" type="sibTrans" cxnId="{9E2D2195-CA3F-4EF6-8F72-E9F87FA984D0}">
      <dgm:prSet/>
      <dgm:spPr/>
      <dgm:t>
        <a:bodyPr/>
        <a:lstStyle/>
        <a:p>
          <a:endParaRPr lang="en-IN"/>
        </a:p>
      </dgm:t>
    </dgm:pt>
    <dgm:pt modelId="{0E5BB590-A0CB-41D6-8952-916A8EDA56A8}">
      <dgm:prSet phldrT="[Text]"/>
      <dgm:spPr/>
      <dgm:t>
        <a:bodyPr/>
        <a:lstStyle/>
        <a:p>
          <a:r>
            <a:rPr lang="en-IN" b="1" dirty="0"/>
            <a:t> #  Existing Customers</a:t>
          </a:r>
        </a:p>
      </dgm:t>
    </dgm:pt>
    <dgm:pt modelId="{D7DBB15F-921C-4E43-A338-CF03DC33182B}" type="parTrans" cxnId="{0FCA97AF-8E46-4888-8439-E78FE383CFEA}">
      <dgm:prSet/>
      <dgm:spPr/>
      <dgm:t>
        <a:bodyPr/>
        <a:lstStyle/>
        <a:p>
          <a:endParaRPr lang="en-IN"/>
        </a:p>
      </dgm:t>
    </dgm:pt>
    <dgm:pt modelId="{8E8F194D-A180-4A70-B8EF-94A737BD8986}" type="sibTrans" cxnId="{0FCA97AF-8E46-4888-8439-E78FE383CFEA}">
      <dgm:prSet/>
      <dgm:spPr/>
      <dgm:t>
        <a:bodyPr/>
        <a:lstStyle/>
        <a:p>
          <a:endParaRPr lang="en-IN"/>
        </a:p>
      </dgm:t>
    </dgm:pt>
    <dgm:pt modelId="{CBB5127D-7A4C-40AE-B818-82AA3ED49B24}">
      <dgm:prSet phldrT="[Text]"/>
      <dgm:spPr/>
      <dgm:t>
        <a:bodyPr/>
        <a:lstStyle/>
        <a:p>
          <a:r>
            <a:rPr lang="en-IN" b="1" dirty="0"/>
            <a:t># Customers Lost due to Dissatisfaction</a:t>
          </a:r>
        </a:p>
      </dgm:t>
    </dgm:pt>
    <dgm:pt modelId="{55E7BFF1-9653-48CA-ACD7-F162F7F1A8C0}" type="parTrans" cxnId="{BF4E070C-2A8A-44B1-AA36-2837D8336182}">
      <dgm:prSet/>
      <dgm:spPr/>
      <dgm:t>
        <a:bodyPr/>
        <a:lstStyle/>
        <a:p>
          <a:endParaRPr lang="en-IN"/>
        </a:p>
      </dgm:t>
    </dgm:pt>
    <dgm:pt modelId="{1CB6D923-B4D6-4821-9126-0F89D356F51F}" type="sibTrans" cxnId="{BF4E070C-2A8A-44B1-AA36-2837D8336182}">
      <dgm:prSet/>
      <dgm:spPr/>
      <dgm:t>
        <a:bodyPr/>
        <a:lstStyle/>
        <a:p>
          <a:endParaRPr lang="en-IN"/>
        </a:p>
      </dgm:t>
    </dgm:pt>
    <dgm:pt modelId="{E3702C1D-B61B-4F98-B4FF-10B749644D94}">
      <dgm:prSet phldrT="[Text]"/>
      <dgm:spPr/>
      <dgm:t>
        <a:bodyPr/>
        <a:lstStyle/>
        <a:p>
          <a:r>
            <a:rPr lang="en-IN" b="1" dirty="0"/>
            <a:t># Customer Lost due to Other Reasons </a:t>
          </a:r>
        </a:p>
      </dgm:t>
    </dgm:pt>
    <dgm:pt modelId="{EDB5C652-BC8E-403E-9A2E-1AD0330061D4}" type="parTrans" cxnId="{B31515F7-7613-473F-B86B-D3AA82C7CE04}">
      <dgm:prSet/>
      <dgm:spPr/>
      <dgm:t>
        <a:bodyPr/>
        <a:lstStyle/>
        <a:p>
          <a:endParaRPr lang="en-IN"/>
        </a:p>
      </dgm:t>
    </dgm:pt>
    <dgm:pt modelId="{86AB2A11-B84F-4E3D-9779-806722650EBA}" type="sibTrans" cxnId="{B31515F7-7613-473F-B86B-D3AA82C7CE04}">
      <dgm:prSet/>
      <dgm:spPr/>
      <dgm:t>
        <a:bodyPr/>
        <a:lstStyle/>
        <a:p>
          <a:endParaRPr lang="en-IN"/>
        </a:p>
      </dgm:t>
    </dgm:pt>
    <dgm:pt modelId="{2B03152B-E24D-41D2-9900-203C37F285B0}">
      <dgm:prSet phldrT="[Text]"/>
      <dgm:spPr>
        <a:solidFill>
          <a:srgbClr val="92D050"/>
        </a:solidFill>
      </dgm:spPr>
      <dgm:t>
        <a:bodyPr/>
        <a:lstStyle/>
        <a:p>
          <a:r>
            <a:rPr lang="en-IN" b="1" dirty="0"/>
            <a:t># Customers who gave Low CSAT Score </a:t>
          </a:r>
        </a:p>
      </dgm:t>
    </dgm:pt>
    <dgm:pt modelId="{5E7D346E-99F4-4ABB-8E13-ACE9241BAAC4}" type="parTrans" cxnId="{465DC880-9DDC-4702-AF05-9508F7570BEB}">
      <dgm:prSet/>
      <dgm:spPr/>
      <dgm:t>
        <a:bodyPr/>
        <a:lstStyle/>
        <a:p>
          <a:endParaRPr lang="en-IN"/>
        </a:p>
      </dgm:t>
    </dgm:pt>
    <dgm:pt modelId="{677DE654-CD70-4B37-9108-1D78A8A4D965}" type="sibTrans" cxnId="{465DC880-9DDC-4702-AF05-9508F7570BEB}">
      <dgm:prSet/>
      <dgm:spPr/>
      <dgm:t>
        <a:bodyPr/>
        <a:lstStyle/>
        <a:p>
          <a:endParaRPr lang="en-IN"/>
        </a:p>
      </dgm:t>
    </dgm:pt>
    <dgm:pt modelId="{109A0B80-4A2A-4494-ADA5-9E4626E8FAC5}">
      <dgm:prSet phldrT="[Text]"/>
      <dgm:spPr/>
      <dgm:t>
        <a:bodyPr/>
        <a:lstStyle/>
        <a:p>
          <a:r>
            <a:rPr lang="en-IN" b="1" dirty="0"/>
            <a:t># CSAT Responses</a:t>
          </a:r>
        </a:p>
      </dgm:t>
    </dgm:pt>
    <dgm:pt modelId="{4F817E21-33AA-48FE-8674-A15FCAE4408A}" type="parTrans" cxnId="{DEBCBD28-7138-4410-BB6F-ADF4370DDE1A}">
      <dgm:prSet/>
      <dgm:spPr/>
      <dgm:t>
        <a:bodyPr/>
        <a:lstStyle/>
        <a:p>
          <a:endParaRPr lang="en-IN"/>
        </a:p>
      </dgm:t>
    </dgm:pt>
    <dgm:pt modelId="{B920BECC-9A0F-4228-9B00-F2034F6D8663}" type="sibTrans" cxnId="{DEBCBD28-7138-4410-BB6F-ADF4370DDE1A}">
      <dgm:prSet/>
      <dgm:spPr/>
      <dgm:t>
        <a:bodyPr/>
        <a:lstStyle/>
        <a:p>
          <a:endParaRPr lang="en-IN"/>
        </a:p>
      </dgm:t>
    </dgm:pt>
    <dgm:pt modelId="{E60FE8AF-BA77-4C95-AD16-560FC56A41E9}">
      <dgm:prSet phldrT="[Text]"/>
      <dgm:spPr/>
      <dgm:t>
        <a:bodyPr/>
        <a:lstStyle/>
        <a:p>
          <a:r>
            <a:rPr lang="en-IN" b="1" dirty="0"/>
            <a:t># Customers Lost</a:t>
          </a:r>
        </a:p>
      </dgm:t>
    </dgm:pt>
    <dgm:pt modelId="{B08177AD-2018-49D5-9804-C53BB1897DB1}" type="parTrans" cxnId="{F1E71A68-68AA-42AD-AD7D-48F2613A4072}">
      <dgm:prSet/>
      <dgm:spPr/>
      <dgm:t>
        <a:bodyPr/>
        <a:lstStyle/>
        <a:p>
          <a:endParaRPr lang="en-IN"/>
        </a:p>
      </dgm:t>
    </dgm:pt>
    <dgm:pt modelId="{A51343D5-7084-44BA-A05F-B110D4E4A8E3}" type="sibTrans" cxnId="{F1E71A68-68AA-42AD-AD7D-48F2613A4072}">
      <dgm:prSet/>
      <dgm:spPr/>
      <dgm:t>
        <a:bodyPr/>
        <a:lstStyle/>
        <a:p>
          <a:endParaRPr lang="en-IN"/>
        </a:p>
      </dgm:t>
    </dgm:pt>
    <dgm:pt modelId="{5AD9E524-24D6-43F1-B472-5BE34B019F9C}" type="pres">
      <dgm:prSet presAssocID="{46AA2645-9D89-49CC-B518-4D3B2D6D305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61537BA-2EB0-43F3-BD31-9FE338400E2A}" type="pres">
      <dgm:prSet presAssocID="{B6909818-18AF-487D-BDDC-162E0DB6B726}" presName="root1" presStyleCnt="0"/>
      <dgm:spPr/>
    </dgm:pt>
    <dgm:pt modelId="{BF2F2596-1CBB-4D5E-AA3B-C74185885F81}" type="pres">
      <dgm:prSet presAssocID="{B6909818-18AF-487D-BDDC-162E0DB6B726}" presName="LevelOneTextNode" presStyleLbl="node0" presStyleIdx="0" presStyleCnt="1">
        <dgm:presLayoutVars>
          <dgm:chPref val="3"/>
        </dgm:presLayoutVars>
      </dgm:prSet>
      <dgm:spPr>
        <a:prstGeom prst="rect">
          <a:avLst/>
        </a:prstGeom>
      </dgm:spPr>
    </dgm:pt>
    <dgm:pt modelId="{2584B217-B950-4C0B-90E9-B630AEF4DED6}" type="pres">
      <dgm:prSet presAssocID="{B6909818-18AF-487D-BDDC-162E0DB6B726}" presName="level2hierChild" presStyleCnt="0"/>
      <dgm:spPr/>
    </dgm:pt>
    <dgm:pt modelId="{E20434DA-B617-4EEB-A474-4C088DAEEFE3}" type="pres">
      <dgm:prSet presAssocID="{AE16A759-0E3C-4799-B118-DB6AD1501552}" presName="conn2-1" presStyleLbl="parChTrans1D2" presStyleIdx="0" presStyleCnt="1"/>
      <dgm:spPr/>
    </dgm:pt>
    <dgm:pt modelId="{B81DC2F6-98BC-4DD6-A2C5-CDC1856E010A}" type="pres">
      <dgm:prSet presAssocID="{AE16A759-0E3C-4799-B118-DB6AD1501552}" presName="connTx" presStyleLbl="parChTrans1D2" presStyleIdx="0" presStyleCnt="1"/>
      <dgm:spPr/>
    </dgm:pt>
    <dgm:pt modelId="{C3888F32-BD39-4758-AD70-6CA957D49E9B}" type="pres">
      <dgm:prSet presAssocID="{13177550-12D7-4CE7-8786-E9E68CAFB109}" presName="root2" presStyleCnt="0"/>
      <dgm:spPr/>
    </dgm:pt>
    <dgm:pt modelId="{6CD5E0F4-1B58-4A2C-97B9-86905902E038}" type="pres">
      <dgm:prSet presAssocID="{13177550-12D7-4CE7-8786-E9E68CAFB109}" presName="LevelTwoTextNode" presStyleLbl="node2" presStyleIdx="0" presStyleCnt="1">
        <dgm:presLayoutVars>
          <dgm:chPref val="3"/>
        </dgm:presLayoutVars>
      </dgm:prSet>
      <dgm:spPr>
        <a:prstGeom prst="rect">
          <a:avLst/>
        </a:prstGeom>
      </dgm:spPr>
    </dgm:pt>
    <dgm:pt modelId="{7C14EC4F-6BC3-4154-BE0D-F2022361789A}" type="pres">
      <dgm:prSet presAssocID="{13177550-12D7-4CE7-8786-E9E68CAFB109}" presName="level3hierChild" presStyleCnt="0"/>
      <dgm:spPr/>
    </dgm:pt>
    <dgm:pt modelId="{ACF8C1C2-B3A4-4AAF-960B-1E3EB322A969}" type="pres">
      <dgm:prSet presAssocID="{E9144095-29E5-4311-B3E0-DDA83985E8B8}" presName="conn2-1" presStyleLbl="parChTrans1D3" presStyleIdx="0" presStyleCnt="2"/>
      <dgm:spPr/>
    </dgm:pt>
    <dgm:pt modelId="{38B1BC9B-F445-43B2-B5B8-3A4940049552}" type="pres">
      <dgm:prSet presAssocID="{E9144095-29E5-4311-B3E0-DDA83985E8B8}" presName="connTx" presStyleLbl="parChTrans1D3" presStyleIdx="0" presStyleCnt="2"/>
      <dgm:spPr/>
    </dgm:pt>
    <dgm:pt modelId="{72ADBC0B-7BB4-4DCC-9754-D559B568DFCB}" type="pres">
      <dgm:prSet presAssocID="{DA0ED21C-33F1-4843-998C-A5CB0A7C7D4A}" presName="root2" presStyleCnt="0"/>
      <dgm:spPr/>
    </dgm:pt>
    <dgm:pt modelId="{E816A627-E992-4672-8CC0-F1331D938D61}" type="pres">
      <dgm:prSet presAssocID="{DA0ED21C-33F1-4843-998C-A5CB0A7C7D4A}" presName="LevelTwoTextNode" presStyleLbl="node3" presStyleIdx="0" presStyleCnt="2" custLinFactNeighborY="-34084">
        <dgm:presLayoutVars>
          <dgm:chPref val="3"/>
        </dgm:presLayoutVars>
      </dgm:prSet>
      <dgm:spPr>
        <a:prstGeom prst="rect">
          <a:avLst/>
        </a:prstGeom>
      </dgm:spPr>
    </dgm:pt>
    <dgm:pt modelId="{77CD4545-9AB6-43AB-9E7B-529C354AB24F}" type="pres">
      <dgm:prSet presAssocID="{DA0ED21C-33F1-4843-998C-A5CB0A7C7D4A}" presName="level3hierChild" presStyleCnt="0"/>
      <dgm:spPr/>
    </dgm:pt>
    <dgm:pt modelId="{E3FDB439-40D8-4632-BC87-7CF8A80A0FD0}" type="pres">
      <dgm:prSet presAssocID="{55E7BFF1-9653-48CA-ACD7-F162F7F1A8C0}" presName="conn2-1" presStyleLbl="parChTrans1D4" presStyleIdx="0" presStyleCnt="5"/>
      <dgm:spPr/>
    </dgm:pt>
    <dgm:pt modelId="{321FAD61-BACE-485D-A38E-ED8BE853C93C}" type="pres">
      <dgm:prSet presAssocID="{55E7BFF1-9653-48CA-ACD7-F162F7F1A8C0}" presName="connTx" presStyleLbl="parChTrans1D4" presStyleIdx="0" presStyleCnt="5"/>
      <dgm:spPr/>
    </dgm:pt>
    <dgm:pt modelId="{CCEE6000-45C2-4554-90FE-FC0402F3F980}" type="pres">
      <dgm:prSet presAssocID="{CBB5127D-7A4C-40AE-B818-82AA3ED49B24}" presName="root2" presStyleCnt="0"/>
      <dgm:spPr/>
    </dgm:pt>
    <dgm:pt modelId="{6F5191B9-C6F4-4725-919E-AA6C37B96FA3}" type="pres">
      <dgm:prSet presAssocID="{CBB5127D-7A4C-40AE-B818-82AA3ED49B24}" presName="LevelTwoTextNode" presStyleLbl="node4" presStyleIdx="0" presStyleCnt="5" custLinFactNeighborX="279" custLinFactNeighborY="-58103">
        <dgm:presLayoutVars>
          <dgm:chPref val="3"/>
        </dgm:presLayoutVars>
      </dgm:prSet>
      <dgm:spPr>
        <a:prstGeom prst="rect">
          <a:avLst/>
        </a:prstGeom>
      </dgm:spPr>
    </dgm:pt>
    <dgm:pt modelId="{8B291274-76A3-45D2-BD1C-DC679CA6E91E}" type="pres">
      <dgm:prSet presAssocID="{CBB5127D-7A4C-40AE-B818-82AA3ED49B24}" presName="level3hierChild" presStyleCnt="0"/>
      <dgm:spPr/>
    </dgm:pt>
    <dgm:pt modelId="{AF114A9D-E239-4E96-9B09-5160369F89C3}" type="pres">
      <dgm:prSet presAssocID="{5E7D346E-99F4-4ABB-8E13-ACE9241BAAC4}" presName="conn2-1" presStyleLbl="parChTrans1D4" presStyleIdx="1" presStyleCnt="5"/>
      <dgm:spPr/>
    </dgm:pt>
    <dgm:pt modelId="{E08FB391-1E40-40C2-81FD-91A362659115}" type="pres">
      <dgm:prSet presAssocID="{5E7D346E-99F4-4ABB-8E13-ACE9241BAAC4}" presName="connTx" presStyleLbl="parChTrans1D4" presStyleIdx="1" presStyleCnt="5"/>
      <dgm:spPr/>
    </dgm:pt>
    <dgm:pt modelId="{F82B1D04-4A48-43C3-8718-660EE26FC759}" type="pres">
      <dgm:prSet presAssocID="{2B03152B-E24D-41D2-9900-203C37F285B0}" presName="root2" presStyleCnt="0"/>
      <dgm:spPr/>
    </dgm:pt>
    <dgm:pt modelId="{7F1BE712-8852-40BE-9FA7-097D2108B76B}" type="pres">
      <dgm:prSet presAssocID="{2B03152B-E24D-41D2-9900-203C37F285B0}" presName="LevelTwoTextNode" presStyleLbl="node4" presStyleIdx="1" presStyleCnt="5" custLinFactY="-11651" custLinFactNeighborX="166" custLinFactNeighborY="-100000">
        <dgm:presLayoutVars>
          <dgm:chPref val="3"/>
        </dgm:presLayoutVars>
      </dgm:prSet>
      <dgm:spPr>
        <a:prstGeom prst="rect">
          <a:avLst/>
        </a:prstGeom>
      </dgm:spPr>
    </dgm:pt>
    <dgm:pt modelId="{5F53A7DD-231F-4CDD-92CA-97D4C01FF246}" type="pres">
      <dgm:prSet presAssocID="{2B03152B-E24D-41D2-9900-203C37F285B0}" presName="level3hierChild" presStyleCnt="0"/>
      <dgm:spPr/>
    </dgm:pt>
    <dgm:pt modelId="{51E53295-CC94-4D95-AA81-BF2B62478445}" type="pres">
      <dgm:prSet presAssocID="{4F817E21-33AA-48FE-8674-A15FCAE4408A}" presName="conn2-1" presStyleLbl="parChTrans1D4" presStyleIdx="2" presStyleCnt="5"/>
      <dgm:spPr/>
    </dgm:pt>
    <dgm:pt modelId="{C9AAF13F-9CB0-475E-AC4D-4B96AFA4C498}" type="pres">
      <dgm:prSet presAssocID="{4F817E21-33AA-48FE-8674-A15FCAE4408A}" presName="connTx" presStyleLbl="parChTrans1D4" presStyleIdx="2" presStyleCnt="5"/>
      <dgm:spPr/>
    </dgm:pt>
    <dgm:pt modelId="{67450EF5-F15E-4707-B6F7-9E921B21136D}" type="pres">
      <dgm:prSet presAssocID="{109A0B80-4A2A-4494-ADA5-9E4626E8FAC5}" presName="root2" presStyleCnt="0"/>
      <dgm:spPr/>
    </dgm:pt>
    <dgm:pt modelId="{3E9EA7FD-9DCA-42CB-9F27-78D1E5F0D494}" type="pres">
      <dgm:prSet presAssocID="{109A0B80-4A2A-4494-ADA5-9E4626E8FAC5}" presName="LevelTwoTextNode" presStyleLbl="node4" presStyleIdx="2" presStyleCnt="5" custLinFactNeighborX="166" custLinFactNeighborY="-58103">
        <dgm:presLayoutVars>
          <dgm:chPref val="3"/>
        </dgm:presLayoutVars>
      </dgm:prSet>
      <dgm:spPr>
        <a:prstGeom prst="rect">
          <a:avLst/>
        </a:prstGeom>
      </dgm:spPr>
    </dgm:pt>
    <dgm:pt modelId="{2124B563-8847-4272-9D59-50035D962E7D}" type="pres">
      <dgm:prSet presAssocID="{109A0B80-4A2A-4494-ADA5-9E4626E8FAC5}" presName="level3hierChild" presStyleCnt="0"/>
      <dgm:spPr/>
    </dgm:pt>
    <dgm:pt modelId="{09BE107E-F15E-4CC8-9165-D6E7E9B80F6A}" type="pres">
      <dgm:prSet presAssocID="{B08177AD-2018-49D5-9804-C53BB1897DB1}" presName="conn2-1" presStyleLbl="parChTrans1D4" presStyleIdx="3" presStyleCnt="5"/>
      <dgm:spPr/>
    </dgm:pt>
    <dgm:pt modelId="{02E0184D-9CE4-4E77-BF29-A073D5B8AD12}" type="pres">
      <dgm:prSet presAssocID="{B08177AD-2018-49D5-9804-C53BB1897DB1}" presName="connTx" presStyleLbl="parChTrans1D4" presStyleIdx="3" presStyleCnt="5"/>
      <dgm:spPr/>
    </dgm:pt>
    <dgm:pt modelId="{9D1BEE48-B5AE-4FDE-8D38-E9ED76CF1017}" type="pres">
      <dgm:prSet presAssocID="{E60FE8AF-BA77-4C95-AD16-560FC56A41E9}" presName="root2" presStyleCnt="0"/>
      <dgm:spPr/>
    </dgm:pt>
    <dgm:pt modelId="{495216BE-CB2B-4B07-9B49-17BC6B83BD7E}" type="pres">
      <dgm:prSet presAssocID="{E60FE8AF-BA77-4C95-AD16-560FC56A41E9}" presName="LevelTwoTextNode" presStyleLbl="node4" presStyleIdx="3" presStyleCnt="5" custLinFactNeighborX="392" custLinFactNeighborY="10661">
        <dgm:presLayoutVars>
          <dgm:chPref val="3"/>
        </dgm:presLayoutVars>
      </dgm:prSet>
      <dgm:spPr>
        <a:prstGeom prst="rect">
          <a:avLst/>
        </a:prstGeom>
      </dgm:spPr>
    </dgm:pt>
    <dgm:pt modelId="{89ED8F10-B861-4D61-89FA-F3936876E460}" type="pres">
      <dgm:prSet presAssocID="{E60FE8AF-BA77-4C95-AD16-560FC56A41E9}" presName="level3hierChild" presStyleCnt="0"/>
      <dgm:spPr/>
    </dgm:pt>
    <dgm:pt modelId="{4D86AEDA-7C19-4059-A026-4453B981DE63}" type="pres">
      <dgm:prSet presAssocID="{EDB5C652-BC8E-403E-9A2E-1AD0330061D4}" presName="conn2-1" presStyleLbl="parChTrans1D4" presStyleIdx="4" presStyleCnt="5"/>
      <dgm:spPr/>
    </dgm:pt>
    <dgm:pt modelId="{885B24B0-A3F6-47D7-BB9B-FFC34281A837}" type="pres">
      <dgm:prSet presAssocID="{EDB5C652-BC8E-403E-9A2E-1AD0330061D4}" presName="connTx" presStyleLbl="parChTrans1D4" presStyleIdx="4" presStyleCnt="5"/>
      <dgm:spPr/>
    </dgm:pt>
    <dgm:pt modelId="{19AD14C0-3777-4841-B7F1-8BC709005CFC}" type="pres">
      <dgm:prSet presAssocID="{E3702C1D-B61B-4F98-B4FF-10B749644D94}" presName="root2" presStyleCnt="0"/>
      <dgm:spPr/>
    </dgm:pt>
    <dgm:pt modelId="{4D7D76B4-CCA1-4824-97E3-B50A0DF48914}" type="pres">
      <dgm:prSet presAssocID="{E3702C1D-B61B-4F98-B4FF-10B749644D94}" presName="LevelTwoTextNode" presStyleLbl="node4" presStyleIdx="4" presStyleCnt="5" custLinFactNeighborX="279" custLinFactNeighborY="-2816">
        <dgm:presLayoutVars>
          <dgm:chPref val="3"/>
        </dgm:presLayoutVars>
      </dgm:prSet>
      <dgm:spPr>
        <a:prstGeom prst="rect">
          <a:avLst/>
        </a:prstGeom>
      </dgm:spPr>
    </dgm:pt>
    <dgm:pt modelId="{D9C0487D-D7DC-4A0A-98B1-7E93FD0F6196}" type="pres">
      <dgm:prSet presAssocID="{E3702C1D-B61B-4F98-B4FF-10B749644D94}" presName="level3hierChild" presStyleCnt="0"/>
      <dgm:spPr/>
    </dgm:pt>
    <dgm:pt modelId="{313A79E6-B1C2-4BFF-B664-64EAB5EC4FFB}" type="pres">
      <dgm:prSet presAssocID="{D7DBB15F-921C-4E43-A338-CF03DC33182B}" presName="conn2-1" presStyleLbl="parChTrans1D3" presStyleIdx="1" presStyleCnt="2"/>
      <dgm:spPr/>
    </dgm:pt>
    <dgm:pt modelId="{D80E1999-0C09-4102-9B0C-89759216E5D6}" type="pres">
      <dgm:prSet presAssocID="{D7DBB15F-921C-4E43-A338-CF03DC33182B}" presName="connTx" presStyleLbl="parChTrans1D3" presStyleIdx="1" presStyleCnt="2"/>
      <dgm:spPr/>
    </dgm:pt>
    <dgm:pt modelId="{A93BFC2F-58DB-461D-94E1-ECB917CAB087}" type="pres">
      <dgm:prSet presAssocID="{0E5BB590-A0CB-41D6-8952-916A8EDA56A8}" presName="root2" presStyleCnt="0"/>
      <dgm:spPr/>
    </dgm:pt>
    <dgm:pt modelId="{CC8D97FD-936E-4FD7-A5EE-B0FB2540B83A}" type="pres">
      <dgm:prSet presAssocID="{0E5BB590-A0CB-41D6-8952-916A8EDA56A8}" presName="LevelTwoTextNode" presStyleLbl="node3" presStyleIdx="1" presStyleCnt="2" custLinFactNeighborX="0" custLinFactNeighborY="34357">
        <dgm:presLayoutVars>
          <dgm:chPref val="3"/>
        </dgm:presLayoutVars>
      </dgm:prSet>
      <dgm:spPr>
        <a:prstGeom prst="rect">
          <a:avLst/>
        </a:prstGeom>
      </dgm:spPr>
    </dgm:pt>
    <dgm:pt modelId="{F8D351C1-4B51-4A5D-830F-61EAD564D1AD}" type="pres">
      <dgm:prSet presAssocID="{0E5BB590-A0CB-41D6-8952-916A8EDA56A8}" presName="level3hierChild" presStyleCnt="0"/>
      <dgm:spPr/>
    </dgm:pt>
  </dgm:ptLst>
  <dgm:cxnLst>
    <dgm:cxn modelId="{26EFAF00-6E2E-4716-83D6-63123D92D854}" type="presOf" srcId="{55E7BFF1-9653-48CA-ACD7-F162F7F1A8C0}" destId="{E3FDB439-40D8-4632-BC87-7CF8A80A0FD0}" srcOrd="0" destOrd="0" presId="urn:microsoft.com/office/officeart/2005/8/layout/hierarchy2"/>
    <dgm:cxn modelId="{BF4E070C-2A8A-44B1-AA36-2837D8336182}" srcId="{DA0ED21C-33F1-4843-998C-A5CB0A7C7D4A}" destId="{CBB5127D-7A4C-40AE-B818-82AA3ED49B24}" srcOrd="0" destOrd="0" parTransId="{55E7BFF1-9653-48CA-ACD7-F162F7F1A8C0}" sibTransId="{1CB6D923-B4D6-4821-9126-0F89D356F51F}"/>
    <dgm:cxn modelId="{999E7F0E-BD4A-4D43-A1B3-65BCD6159412}" srcId="{46AA2645-9D89-49CC-B518-4D3B2D6D305F}" destId="{B6909818-18AF-487D-BDDC-162E0DB6B726}" srcOrd="0" destOrd="0" parTransId="{639BAA8B-4415-4CF6-AE3B-1C08920A57E8}" sibTransId="{43E09613-8EAF-4C12-95F8-7219B0B23D49}"/>
    <dgm:cxn modelId="{EAC9B80E-76AE-4104-A719-2EF4A8D1DA2F}" type="presOf" srcId="{EDB5C652-BC8E-403E-9A2E-1AD0330061D4}" destId="{885B24B0-A3F6-47D7-BB9B-FFC34281A837}" srcOrd="1" destOrd="0" presId="urn:microsoft.com/office/officeart/2005/8/layout/hierarchy2"/>
    <dgm:cxn modelId="{8EB20F16-2F7E-4638-A56D-62FAD6DD15AE}" type="presOf" srcId="{109A0B80-4A2A-4494-ADA5-9E4626E8FAC5}" destId="{3E9EA7FD-9DCA-42CB-9F27-78D1E5F0D494}" srcOrd="0" destOrd="0" presId="urn:microsoft.com/office/officeart/2005/8/layout/hierarchy2"/>
    <dgm:cxn modelId="{D0C0EC1B-BE8E-446E-BC02-2E387B4EDBBE}" type="presOf" srcId="{5E7D346E-99F4-4ABB-8E13-ACE9241BAAC4}" destId="{E08FB391-1E40-40C2-81FD-91A362659115}" srcOrd="1" destOrd="0" presId="urn:microsoft.com/office/officeart/2005/8/layout/hierarchy2"/>
    <dgm:cxn modelId="{3188A220-EAAB-4362-9F08-ADEB7A649FC8}" type="presOf" srcId="{5E7D346E-99F4-4ABB-8E13-ACE9241BAAC4}" destId="{AF114A9D-E239-4E96-9B09-5160369F89C3}" srcOrd="0" destOrd="0" presId="urn:microsoft.com/office/officeart/2005/8/layout/hierarchy2"/>
    <dgm:cxn modelId="{DEBCBD28-7138-4410-BB6F-ADF4370DDE1A}" srcId="{CBB5127D-7A4C-40AE-B818-82AA3ED49B24}" destId="{109A0B80-4A2A-4494-ADA5-9E4626E8FAC5}" srcOrd="1" destOrd="0" parTransId="{4F817E21-33AA-48FE-8674-A15FCAE4408A}" sibTransId="{B920BECC-9A0F-4228-9B00-F2034F6D8663}"/>
    <dgm:cxn modelId="{93922B29-7593-43A5-9C37-CE54079DBB54}" type="presOf" srcId="{13177550-12D7-4CE7-8786-E9E68CAFB109}" destId="{6CD5E0F4-1B58-4A2C-97B9-86905902E038}" srcOrd="0" destOrd="0" presId="urn:microsoft.com/office/officeart/2005/8/layout/hierarchy2"/>
    <dgm:cxn modelId="{41986933-1E26-453E-83DF-389A04796A3D}" type="presOf" srcId="{4F817E21-33AA-48FE-8674-A15FCAE4408A}" destId="{C9AAF13F-9CB0-475E-AC4D-4B96AFA4C498}" srcOrd="1" destOrd="0" presId="urn:microsoft.com/office/officeart/2005/8/layout/hierarchy2"/>
    <dgm:cxn modelId="{7A2A2338-C96B-4C3B-94F4-05C860DF0B34}" type="presOf" srcId="{E60FE8AF-BA77-4C95-AD16-560FC56A41E9}" destId="{495216BE-CB2B-4B07-9B49-17BC6B83BD7E}" srcOrd="0" destOrd="0" presId="urn:microsoft.com/office/officeart/2005/8/layout/hierarchy2"/>
    <dgm:cxn modelId="{ACB53A5F-611A-4BA0-8952-00416580EB33}" type="presOf" srcId="{B08177AD-2018-49D5-9804-C53BB1897DB1}" destId="{09BE107E-F15E-4CC8-9165-D6E7E9B80F6A}" srcOrd="0" destOrd="0" presId="urn:microsoft.com/office/officeart/2005/8/layout/hierarchy2"/>
    <dgm:cxn modelId="{470BDE43-C44F-44B0-8D11-6760DAA3BC81}" type="presOf" srcId="{B6909818-18AF-487D-BDDC-162E0DB6B726}" destId="{BF2F2596-1CBB-4D5E-AA3B-C74185885F81}" srcOrd="0" destOrd="0" presId="urn:microsoft.com/office/officeart/2005/8/layout/hierarchy2"/>
    <dgm:cxn modelId="{F1E71A68-68AA-42AD-AD7D-48F2613A4072}" srcId="{CBB5127D-7A4C-40AE-B818-82AA3ED49B24}" destId="{E60FE8AF-BA77-4C95-AD16-560FC56A41E9}" srcOrd="2" destOrd="0" parTransId="{B08177AD-2018-49D5-9804-C53BB1897DB1}" sibTransId="{A51343D5-7084-44BA-A05F-B110D4E4A8E3}"/>
    <dgm:cxn modelId="{B90D9051-0D4C-4D89-9AA6-7E37EEA44FFA}" type="presOf" srcId="{DA0ED21C-33F1-4843-998C-A5CB0A7C7D4A}" destId="{E816A627-E992-4672-8CC0-F1331D938D61}" srcOrd="0" destOrd="0" presId="urn:microsoft.com/office/officeart/2005/8/layout/hierarchy2"/>
    <dgm:cxn modelId="{465DC880-9DDC-4702-AF05-9508F7570BEB}" srcId="{CBB5127D-7A4C-40AE-B818-82AA3ED49B24}" destId="{2B03152B-E24D-41D2-9900-203C37F285B0}" srcOrd="0" destOrd="0" parTransId="{5E7D346E-99F4-4ABB-8E13-ACE9241BAAC4}" sibTransId="{677DE654-CD70-4B37-9108-1D78A8A4D965}"/>
    <dgm:cxn modelId="{B44FA689-7C7F-4A25-99E9-9B724D5EA79A}" type="presOf" srcId="{CBB5127D-7A4C-40AE-B818-82AA3ED49B24}" destId="{6F5191B9-C6F4-4725-919E-AA6C37B96FA3}" srcOrd="0" destOrd="0" presId="urn:microsoft.com/office/officeart/2005/8/layout/hierarchy2"/>
    <dgm:cxn modelId="{EF163A90-A22B-4145-830C-30E02D4187C4}" type="presOf" srcId="{E9144095-29E5-4311-B3E0-DDA83985E8B8}" destId="{ACF8C1C2-B3A4-4AAF-960B-1E3EB322A969}" srcOrd="0" destOrd="0" presId="urn:microsoft.com/office/officeart/2005/8/layout/hierarchy2"/>
    <dgm:cxn modelId="{9E2D2195-CA3F-4EF6-8F72-E9F87FA984D0}" srcId="{13177550-12D7-4CE7-8786-E9E68CAFB109}" destId="{DA0ED21C-33F1-4843-998C-A5CB0A7C7D4A}" srcOrd="0" destOrd="0" parTransId="{E9144095-29E5-4311-B3E0-DDA83985E8B8}" sibTransId="{E1CF0897-E71E-441F-8037-73602A4FFC02}"/>
    <dgm:cxn modelId="{5248C39B-E7EC-42CB-8060-D45F51F151B5}" type="presOf" srcId="{4F817E21-33AA-48FE-8674-A15FCAE4408A}" destId="{51E53295-CC94-4D95-AA81-BF2B62478445}" srcOrd="0" destOrd="0" presId="urn:microsoft.com/office/officeart/2005/8/layout/hierarchy2"/>
    <dgm:cxn modelId="{7B48E09E-9176-442E-9BDF-FB8A82548570}" type="presOf" srcId="{AE16A759-0E3C-4799-B118-DB6AD1501552}" destId="{B81DC2F6-98BC-4DD6-A2C5-CDC1856E010A}" srcOrd="1" destOrd="0" presId="urn:microsoft.com/office/officeart/2005/8/layout/hierarchy2"/>
    <dgm:cxn modelId="{7DC5219F-E9B0-4C5D-8BC7-A0485137821A}" type="presOf" srcId="{E9144095-29E5-4311-B3E0-DDA83985E8B8}" destId="{38B1BC9B-F445-43B2-B5B8-3A4940049552}" srcOrd="1" destOrd="0" presId="urn:microsoft.com/office/officeart/2005/8/layout/hierarchy2"/>
    <dgm:cxn modelId="{2171E49F-7A5B-4503-8E2B-920E506A5E3F}" type="presOf" srcId="{D7DBB15F-921C-4E43-A338-CF03DC33182B}" destId="{313A79E6-B1C2-4BFF-B664-64EAB5EC4FFB}" srcOrd="0" destOrd="0" presId="urn:microsoft.com/office/officeart/2005/8/layout/hierarchy2"/>
    <dgm:cxn modelId="{612E20A2-72D7-4ADF-A7B2-860B828C89CA}" type="presOf" srcId="{B08177AD-2018-49D5-9804-C53BB1897DB1}" destId="{02E0184D-9CE4-4E77-BF29-A073D5B8AD12}" srcOrd="1" destOrd="0" presId="urn:microsoft.com/office/officeart/2005/8/layout/hierarchy2"/>
    <dgm:cxn modelId="{236A20A7-EADA-461D-8D47-2C76A596339B}" srcId="{B6909818-18AF-487D-BDDC-162E0DB6B726}" destId="{13177550-12D7-4CE7-8786-E9E68CAFB109}" srcOrd="0" destOrd="0" parTransId="{AE16A759-0E3C-4799-B118-DB6AD1501552}" sibTransId="{E65D3C48-A1A6-4100-A371-D4C005BA2854}"/>
    <dgm:cxn modelId="{ED3D94AC-3D35-4EAA-86FE-C6E8AAE18F38}" type="presOf" srcId="{E3702C1D-B61B-4F98-B4FF-10B749644D94}" destId="{4D7D76B4-CCA1-4824-97E3-B50A0DF48914}" srcOrd="0" destOrd="0" presId="urn:microsoft.com/office/officeart/2005/8/layout/hierarchy2"/>
    <dgm:cxn modelId="{0FCA97AF-8E46-4888-8439-E78FE383CFEA}" srcId="{13177550-12D7-4CE7-8786-E9E68CAFB109}" destId="{0E5BB590-A0CB-41D6-8952-916A8EDA56A8}" srcOrd="1" destOrd="0" parTransId="{D7DBB15F-921C-4E43-A338-CF03DC33182B}" sibTransId="{8E8F194D-A180-4A70-B8EF-94A737BD8986}"/>
    <dgm:cxn modelId="{5E02AFC8-BCAF-4799-A4E9-0B5EEE707999}" type="presOf" srcId="{D7DBB15F-921C-4E43-A338-CF03DC33182B}" destId="{D80E1999-0C09-4102-9B0C-89759216E5D6}" srcOrd="1" destOrd="0" presId="urn:microsoft.com/office/officeart/2005/8/layout/hierarchy2"/>
    <dgm:cxn modelId="{393BD3CC-EBEE-4E57-8696-1C99ED1E8F22}" type="presOf" srcId="{55E7BFF1-9653-48CA-ACD7-F162F7F1A8C0}" destId="{321FAD61-BACE-485D-A38E-ED8BE853C93C}" srcOrd="1" destOrd="0" presId="urn:microsoft.com/office/officeart/2005/8/layout/hierarchy2"/>
    <dgm:cxn modelId="{F78414D6-EFB0-4727-832E-FAD7989A0097}" type="presOf" srcId="{46AA2645-9D89-49CC-B518-4D3B2D6D305F}" destId="{5AD9E524-24D6-43F1-B472-5BE34B019F9C}" srcOrd="0" destOrd="0" presId="urn:microsoft.com/office/officeart/2005/8/layout/hierarchy2"/>
    <dgm:cxn modelId="{C44FB0D8-DCE6-4C8C-81EE-C17164E736CF}" type="presOf" srcId="{0E5BB590-A0CB-41D6-8952-916A8EDA56A8}" destId="{CC8D97FD-936E-4FD7-A5EE-B0FB2540B83A}" srcOrd="0" destOrd="0" presId="urn:microsoft.com/office/officeart/2005/8/layout/hierarchy2"/>
    <dgm:cxn modelId="{36C473E1-3A46-4E67-96A4-4C07BFE436FC}" type="presOf" srcId="{EDB5C652-BC8E-403E-9A2E-1AD0330061D4}" destId="{4D86AEDA-7C19-4059-A026-4453B981DE63}" srcOrd="0" destOrd="0" presId="urn:microsoft.com/office/officeart/2005/8/layout/hierarchy2"/>
    <dgm:cxn modelId="{68BF9EE3-AAA2-4895-A07A-3C0217C742B4}" type="presOf" srcId="{AE16A759-0E3C-4799-B118-DB6AD1501552}" destId="{E20434DA-B617-4EEB-A474-4C088DAEEFE3}" srcOrd="0" destOrd="0" presId="urn:microsoft.com/office/officeart/2005/8/layout/hierarchy2"/>
    <dgm:cxn modelId="{67BB5DE8-3CD7-4296-9470-E406001DAA2F}" type="presOf" srcId="{2B03152B-E24D-41D2-9900-203C37F285B0}" destId="{7F1BE712-8852-40BE-9FA7-097D2108B76B}" srcOrd="0" destOrd="0" presId="urn:microsoft.com/office/officeart/2005/8/layout/hierarchy2"/>
    <dgm:cxn modelId="{B31515F7-7613-473F-B86B-D3AA82C7CE04}" srcId="{DA0ED21C-33F1-4843-998C-A5CB0A7C7D4A}" destId="{E3702C1D-B61B-4F98-B4FF-10B749644D94}" srcOrd="1" destOrd="0" parTransId="{EDB5C652-BC8E-403E-9A2E-1AD0330061D4}" sibTransId="{86AB2A11-B84F-4E3D-9779-806722650EBA}"/>
    <dgm:cxn modelId="{5F3E8D18-60E1-4487-B973-E51397D7B67D}" type="presParOf" srcId="{5AD9E524-24D6-43F1-B472-5BE34B019F9C}" destId="{361537BA-2EB0-43F3-BD31-9FE338400E2A}" srcOrd="0" destOrd="0" presId="urn:microsoft.com/office/officeart/2005/8/layout/hierarchy2"/>
    <dgm:cxn modelId="{ADD2DF32-98FB-4C7D-AFD7-AB84E12453BF}" type="presParOf" srcId="{361537BA-2EB0-43F3-BD31-9FE338400E2A}" destId="{BF2F2596-1CBB-4D5E-AA3B-C74185885F81}" srcOrd="0" destOrd="0" presId="urn:microsoft.com/office/officeart/2005/8/layout/hierarchy2"/>
    <dgm:cxn modelId="{99131D2B-C1F9-4DA1-9EE1-F2EFA5A10398}" type="presParOf" srcId="{361537BA-2EB0-43F3-BD31-9FE338400E2A}" destId="{2584B217-B950-4C0B-90E9-B630AEF4DED6}" srcOrd="1" destOrd="0" presId="urn:microsoft.com/office/officeart/2005/8/layout/hierarchy2"/>
    <dgm:cxn modelId="{DC136ED6-BE43-4784-81C9-302D9F118B21}" type="presParOf" srcId="{2584B217-B950-4C0B-90E9-B630AEF4DED6}" destId="{E20434DA-B617-4EEB-A474-4C088DAEEFE3}" srcOrd="0" destOrd="0" presId="urn:microsoft.com/office/officeart/2005/8/layout/hierarchy2"/>
    <dgm:cxn modelId="{F3A03B09-BE7C-474B-BD91-773F2F340FA3}" type="presParOf" srcId="{E20434DA-B617-4EEB-A474-4C088DAEEFE3}" destId="{B81DC2F6-98BC-4DD6-A2C5-CDC1856E010A}" srcOrd="0" destOrd="0" presId="urn:microsoft.com/office/officeart/2005/8/layout/hierarchy2"/>
    <dgm:cxn modelId="{F068D5A7-6573-4263-B2EB-4E98739DB693}" type="presParOf" srcId="{2584B217-B950-4C0B-90E9-B630AEF4DED6}" destId="{C3888F32-BD39-4758-AD70-6CA957D49E9B}" srcOrd="1" destOrd="0" presId="urn:microsoft.com/office/officeart/2005/8/layout/hierarchy2"/>
    <dgm:cxn modelId="{94C71E2F-5034-4410-8A9E-AFA57AD0832A}" type="presParOf" srcId="{C3888F32-BD39-4758-AD70-6CA957D49E9B}" destId="{6CD5E0F4-1B58-4A2C-97B9-86905902E038}" srcOrd="0" destOrd="0" presId="urn:microsoft.com/office/officeart/2005/8/layout/hierarchy2"/>
    <dgm:cxn modelId="{B8277077-3065-47BE-8166-F8315B02E3E0}" type="presParOf" srcId="{C3888F32-BD39-4758-AD70-6CA957D49E9B}" destId="{7C14EC4F-6BC3-4154-BE0D-F2022361789A}" srcOrd="1" destOrd="0" presId="urn:microsoft.com/office/officeart/2005/8/layout/hierarchy2"/>
    <dgm:cxn modelId="{D949B733-5A04-4531-B045-4751EDD731CC}" type="presParOf" srcId="{7C14EC4F-6BC3-4154-BE0D-F2022361789A}" destId="{ACF8C1C2-B3A4-4AAF-960B-1E3EB322A969}" srcOrd="0" destOrd="0" presId="urn:microsoft.com/office/officeart/2005/8/layout/hierarchy2"/>
    <dgm:cxn modelId="{A70F6429-3158-4588-A03E-B2CB5542C79B}" type="presParOf" srcId="{ACF8C1C2-B3A4-4AAF-960B-1E3EB322A969}" destId="{38B1BC9B-F445-43B2-B5B8-3A4940049552}" srcOrd="0" destOrd="0" presId="urn:microsoft.com/office/officeart/2005/8/layout/hierarchy2"/>
    <dgm:cxn modelId="{A9CBC611-03EB-4889-A726-D1746B2B50D9}" type="presParOf" srcId="{7C14EC4F-6BC3-4154-BE0D-F2022361789A}" destId="{72ADBC0B-7BB4-4DCC-9754-D559B568DFCB}" srcOrd="1" destOrd="0" presId="urn:microsoft.com/office/officeart/2005/8/layout/hierarchy2"/>
    <dgm:cxn modelId="{BA58E47B-7254-4479-8EDE-76C567A0BE7E}" type="presParOf" srcId="{72ADBC0B-7BB4-4DCC-9754-D559B568DFCB}" destId="{E816A627-E992-4672-8CC0-F1331D938D61}" srcOrd="0" destOrd="0" presId="urn:microsoft.com/office/officeart/2005/8/layout/hierarchy2"/>
    <dgm:cxn modelId="{C1C55736-A85C-426D-B13F-9C3AF00CA142}" type="presParOf" srcId="{72ADBC0B-7BB4-4DCC-9754-D559B568DFCB}" destId="{77CD4545-9AB6-43AB-9E7B-529C354AB24F}" srcOrd="1" destOrd="0" presId="urn:microsoft.com/office/officeart/2005/8/layout/hierarchy2"/>
    <dgm:cxn modelId="{6DE5DED9-0CEC-4894-B37C-D9354161E053}" type="presParOf" srcId="{77CD4545-9AB6-43AB-9E7B-529C354AB24F}" destId="{E3FDB439-40D8-4632-BC87-7CF8A80A0FD0}" srcOrd="0" destOrd="0" presId="urn:microsoft.com/office/officeart/2005/8/layout/hierarchy2"/>
    <dgm:cxn modelId="{1E195BD7-C46D-48D3-8C49-1149558B1156}" type="presParOf" srcId="{E3FDB439-40D8-4632-BC87-7CF8A80A0FD0}" destId="{321FAD61-BACE-485D-A38E-ED8BE853C93C}" srcOrd="0" destOrd="0" presId="urn:microsoft.com/office/officeart/2005/8/layout/hierarchy2"/>
    <dgm:cxn modelId="{41C3F213-9D95-4E3C-8887-42B4FD0B7129}" type="presParOf" srcId="{77CD4545-9AB6-43AB-9E7B-529C354AB24F}" destId="{CCEE6000-45C2-4554-90FE-FC0402F3F980}" srcOrd="1" destOrd="0" presId="urn:microsoft.com/office/officeart/2005/8/layout/hierarchy2"/>
    <dgm:cxn modelId="{37603E42-847B-40B3-BEA3-E9AFD957DD31}" type="presParOf" srcId="{CCEE6000-45C2-4554-90FE-FC0402F3F980}" destId="{6F5191B9-C6F4-4725-919E-AA6C37B96FA3}" srcOrd="0" destOrd="0" presId="urn:microsoft.com/office/officeart/2005/8/layout/hierarchy2"/>
    <dgm:cxn modelId="{A1EE6CCC-1281-4DAF-8E53-573C3B5E7FCA}" type="presParOf" srcId="{CCEE6000-45C2-4554-90FE-FC0402F3F980}" destId="{8B291274-76A3-45D2-BD1C-DC679CA6E91E}" srcOrd="1" destOrd="0" presId="urn:microsoft.com/office/officeart/2005/8/layout/hierarchy2"/>
    <dgm:cxn modelId="{0E7F1EA9-372B-4BCD-91CD-00559E565408}" type="presParOf" srcId="{8B291274-76A3-45D2-BD1C-DC679CA6E91E}" destId="{AF114A9D-E239-4E96-9B09-5160369F89C3}" srcOrd="0" destOrd="0" presId="urn:microsoft.com/office/officeart/2005/8/layout/hierarchy2"/>
    <dgm:cxn modelId="{0CABA43D-9A00-44AA-9296-6DB5CB6D8DDE}" type="presParOf" srcId="{AF114A9D-E239-4E96-9B09-5160369F89C3}" destId="{E08FB391-1E40-40C2-81FD-91A362659115}" srcOrd="0" destOrd="0" presId="urn:microsoft.com/office/officeart/2005/8/layout/hierarchy2"/>
    <dgm:cxn modelId="{88D07106-2422-490A-80A4-F4CD1671F758}" type="presParOf" srcId="{8B291274-76A3-45D2-BD1C-DC679CA6E91E}" destId="{F82B1D04-4A48-43C3-8718-660EE26FC759}" srcOrd="1" destOrd="0" presId="urn:microsoft.com/office/officeart/2005/8/layout/hierarchy2"/>
    <dgm:cxn modelId="{E7D20F0C-6D4A-4E77-BB1D-C72425C27848}" type="presParOf" srcId="{F82B1D04-4A48-43C3-8718-660EE26FC759}" destId="{7F1BE712-8852-40BE-9FA7-097D2108B76B}" srcOrd="0" destOrd="0" presId="urn:microsoft.com/office/officeart/2005/8/layout/hierarchy2"/>
    <dgm:cxn modelId="{650855FF-7F15-4C20-BBF5-A384E1DECF1D}" type="presParOf" srcId="{F82B1D04-4A48-43C3-8718-660EE26FC759}" destId="{5F53A7DD-231F-4CDD-92CA-97D4C01FF246}" srcOrd="1" destOrd="0" presId="urn:microsoft.com/office/officeart/2005/8/layout/hierarchy2"/>
    <dgm:cxn modelId="{85174174-EE45-46D5-A920-0CAE7CB6A66F}" type="presParOf" srcId="{8B291274-76A3-45D2-BD1C-DC679CA6E91E}" destId="{51E53295-CC94-4D95-AA81-BF2B62478445}" srcOrd="2" destOrd="0" presId="urn:microsoft.com/office/officeart/2005/8/layout/hierarchy2"/>
    <dgm:cxn modelId="{EC984A21-0CF4-4F95-A5F3-A2200B799A27}" type="presParOf" srcId="{51E53295-CC94-4D95-AA81-BF2B62478445}" destId="{C9AAF13F-9CB0-475E-AC4D-4B96AFA4C498}" srcOrd="0" destOrd="0" presId="urn:microsoft.com/office/officeart/2005/8/layout/hierarchy2"/>
    <dgm:cxn modelId="{E4F53990-362F-4F28-9636-9617C530545A}" type="presParOf" srcId="{8B291274-76A3-45D2-BD1C-DC679CA6E91E}" destId="{67450EF5-F15E-4707-B6F7-9E921B21136D}" srcOrd="3" destOrd="0" presId="urn:microsoft.com/office/officeart/2005/8/layout/hierarchy2"/>
    <dgm:cxn modelId="{0DACE12D-5BE3-48B1-A786-889DC7B7F193}" type="presParOf" srcId="{67450EF5-F15E-4707-B6F7-9E921B21136D}" destId="{3E9EA7FD-9DCA-42CB-9F27-78D1E5F0D494}" srcOrd="0" destOrd="0" presId="urn:microsoft.com/office/officeart/2005/8/layout/hierarchy2"/>
    <dgm:cxn modelId="{1BFF478B-91CB-4CBB-A4BD-A5B89976BCBE}" type="presParOf" srcId="{67450EF5-F15E-4707-B6F7-9E921B21136D}" destId="{2124B563-8847-4272-9D59-50035D962E7D}" srcOrd="1" destOrd="0" presId="urn:microsoft.com/office/officeart/2005/8/layout/hierarchy2"/>
    <dgm:cxn modelId="{E7A2C76E-6FBE-47D7-B6E9-A7FCB3E41ACF}" type="presParOf" srcId="{8B291274-76A3-45D2-BD1C-DC679CA6E91E}" destId="{09BE107E-F15E-4CC8-9165-D6E7E9B80F6A}" srcOrd="4" destOrd="0" presId="urn:microsoft.com/office/officeart/2005/8/layout/hierarchy2"/>
    <dgm:cxn modelId="{7DAA6D37-DA38-4474-9DAD-F9526A642E4E}" type="presParOf" srcId="{09BE107E-F15E-4CC8-9165-D6E7E9B80F6A}" destId="{02E0184D-9CE4-4E77-BF29-A073D5B8AD12}" srcOrd="0" destOrd="0" presId="urn:microsoft.com/office/officeart/2005/8/layout/hierarchy2"/>
    <dgm:cxn modelId="{00A9C492-6958-478F-A2DD-0AD5B82D0412}" type="presParOf" srcId="{8B291274-76A3-45D2-BD1C-DC679CA6E91E}" destId="{9D1BEE48-B5AE-4FDE-8D38-E9ED76CF1017}" srcOrd="5" destOrd="0" presId="urn:microsoft.com/office/officeart/2005/8/layout/hierarchy2"/>
    <dgm:cxn modelId="{2D7A170C-2521-438B-BFBD-FAD53484B8CA}" type="presParOf" srcId="{9D1BEE48-B5AE-4FDE-8D38-E9ED76CF1017}" destId="{495216BE-CB2B-4B07-9B49-17BC6B83BD7E}" srcOrd="0" destOrd="0" presId="urn:microsoft.com/office/officeart/2005/8/layout/hierarchy2"/>
    <dgm:cxn modelId="{4919B1D2-E285-4F7A-9350-1B57EF7B2780}" type="presParOf" srcId="{9D1BEE48-B5AE-4FDE-8D38-E9ED76CF1017}" destId="{89ED8F10-B861-4D61-89FA-F3936876E460}" srcOrd="1" destOrd="0" presId="urn:microsoft.com/office/officeart/2005/8/layout/hierarchy2"/>
    <dgm:cxn modelId="{728D6747-E99A-4879-8BF2-66102A06C09B}" type="presParOf" srcId="{77CD4545-9AB6-43AB-9E7B-529C354AB24F}" destId="{4D86AEDA-7C19-4059-A026-4453B981DE63}" srcOrd="2" destOrd="0" presId="urn:microsoft.com/office/officeart/2005/8/layout/hierarchy2"/>
    <dgm:cxn modelId="{526B35B8-4C04-4FB6-B7E6-9C2DC263EC77}" type="presParOf" srcId="{4D86AEDA-7C19-4059-A026-4453B981DE63}" destId="{885B24B0-A3F6-47D7-BB9B-FFC34281A837}" srcOrd="0" destOrd="0" presId="urn:microsoft.com/office/officeart/2005/8/layout/hierarchy2"/>
    <dgm:cxn modelId="{543B882C-D7AD-474A-8465-1E3A4A99781F}" type="presParOf" srcId="{77CD4545-9AB6-43AB-9E7B-529C354AB24F}" destId="{19AD14C0-3777-4841-B7F1-8BC709005CFC}" srcOrd="3" destOrd="0" presId="urn:microsoft.com/office/officeart/2005/8/layout/hierarchy2"/>
    <dgm:cxn modelId="{866D96BB-26E6-4E4B-A3A8-BFC14B935DDA}" type="presParOf" srcId="{19AD14C0-3777-4841-B7F1-8BC709005CFC}" destId="{4D7D76B4-CCA1-4824-97E3-B50A0DF48914}" srcOrd="0" destOrd="0" presId="urn:microsoft.com/office/officeart/2005/8/layout/hierarchy2"/>
    <dgm:cxn modelId="{2729ECB0-B363-4EC8-9FF0-375E0E373D9D}" type="presParOf" srcId="{19AD14C0-3777-4841-B7F1-8BC709005CFC}" destId="{D9C0487D-D7DC-4A0A-98B1-7E93FD0F6196}" srcOrd="1" destOrd="0" presId="urn:microsoft.com/office/officeart/2005/8/layout/hierarchy2"/>
    <dgm:cxn modelId="{22C1F15A-33DE-4273-84D6-7CB7249A6322}" type="presParOf" srcId="{7C14EC4F-6BC3-4154-BE0D-F2022361789A}" destId="{313A79E6-B1C2-4BFF-B664-64EAB5EC4FFB}" srcOrd="2" destOrd="0" presId="urn:microsoft.com/office/officeart/2005/8/layout/hierarchy2"/>
    <dgm:cxn modelId="{C78CB968-DF41-4B1B-AF92-35CA22D2F599}" type="presParOf" srcId="{313A79E6-B1C2-4BFF-B664-64EAB5EC4FFB}" destId="{D80E1999-0C09-4102-9B0C-89759216E5D6}" srcOrd="0" destOrd="0" presId="urn:microsoft.com/office/officeart/2005/8/layout/hierarchy2"/>
    <dgm:cxn modelId="{BAA72D40-4DD4-48B4-B770-07B6995FF4AE}" type="presParOf" srcId="{7C14EC4F-6BC3-4154-BE0D-F2022361789A}" destId="{A93BFC2F-58DB-461D-94E1-ECB917CAB087}" srcOrd="3" destOrd="0" presId="urn:microsoft.com/office/officeart/2005/8/layout/hierarchy2"/>
    <dgm:cxn modelId="{7089C637-0D9A-418A-9B41-AF324B82C6EF}" type="presParOf" srcId="{A93BFC2F-58DB-461D-94E1-ECB917CAB087}" destId="{CC8D97FD-936E-4FD7-A5EE-B0FB2540B83A}" srcOrd="0" destOrd="0" presId="urn:microsoft.com/office/officeart/2005/8/layout/hierarchy2"/>
    <dgm:cxn modelId="{0CAD9B43-E93F-4782-8FD2-FEF830D8B044}" type="presParOf" srcId="{A93BFC2F-58DB-461D-94E1-ECB917CAB087}" destId="{F8D351C1-4B51-4A5D-830F-61EAD564D1A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2F2596-1CBB-4D5E-AA3B-C74185885F81}">
      <dsp:nvSpPr>
        <dsp:cNvPr id="0" name=""/>
        <dsp:cNvSpPr/>
      </dsp:nvSpPr>
      <dsp:spPr>
        <a:xfrm>
          <a:off x="6461" y="2653456"/>
          <a:ext cx="1591314" cy="7956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Retention Rate</a:t>
          </a:r>
        </a:p>
      </dsp:txBody>
      <dsp:txXfrm>
        <a:off x="6461" y="2653456"/>
        <a:ext cx="1591314" cy="795657"/>
      </dsp:txXfrm>
    </dsp:sp>
    <dsp:sp modelId="{E20434DA-B617-4EEB-A474-4C088DAEEFE3}">
      <dsp:nvSpPr>
        <dsp:cNvPr id="0" name=""/>
        <dsp:cNvSpPr/>
      </dsp:nvSpPr>
      <dsp:spPr>
        <a:xfrm>
          <a:off x="1597775" y="3036146"/>
          <a:ext cx="636525" cy="30278"/>
        </a:xfrm>
        <a:custGeom>
          <a:avLst/>
          <a:gdLst/>
          <a:ahLst/>
          <a:cxnLst/>
          <a:rect l="0" t="0" r="0" b="0"/>
          <a:pathLst>
            <a:path>
              <a:moveTo>
                <a:pt x="0" y="15139"/>
              </a:moveTo>
              <a:lnTo>
                <a:pt x="636525" y="15139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1900125" y="3035372"/>
        <a:ext cx="31826" cy="31826"/>
      </dsp:txXfrm>
    </dsp:sp>
    <dsp:sp modelId="{6CD5E0F4-1B58-4A2C-97B9-86905902E038}">
      <dsp:nvSpPr>
        <dsp:cNvPr id="0" name=""/>
        <dsp:cNvSpPr/>
      </dsp:nvSpPr>
      <dsp:spPr>
        <a:xfrm>
          <a:off x="2234301" y="2653456"/>
          <a:ext cx="1591314" cy="7956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1 - Churn Rate</a:t>
          </a:r>
        </a:p>
      </dsp:txBody>
      <dsp:txXfrm>
        <a:off x="2234301" y="2653456"/>
        <a:ext cx="1591314" cy="795657"/>
      </dsp:txXfrm>
    </dsp:sp>
    <dsp:sp modelId="{ACF8C1C2-B3A4-4AAF-960B-1E3EB322A969}">
      <dsp:nvSpPr>
        <dsp:cNvPr id="0" name=""/>
        <dsp:cNvSpPr/>
      </dsp:nvSpPr>
      <dsp:spPr>
        <a:xfrm rot="18668262">
          <a:off x="3660102" y="2671798"/>
          <a:ext cx="967554" cy="30278"/>
        </a:xfrm>
        <a:custGeom>
          <a:avLst/>
          <a:gdLst/>
          <a:ahLst/>
          <a:cxnLst/>
          <a:rect l="0" t="0" r="0" b="0"/>
          <a:pathLst>
            <a:path>
              <a:moveTo>
                <a:pt x="0" y="15139"/>
              </a:moveTo>
              <a:lnTo>
                <a:pt x="967554" y="1513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4119690" y="2662749"/>
        <a:ext cx="48377" cy="48377"/>
      </dsp:txXfrm>
    </dsp:sp>
    <dsp:sp modelId="{E816A627-E992-4672-8CC0-F1331D938D61}">
      <dsp:nvSpPr>
        <dsp:cNvPr id="0" name=""/>
        <dsp:cNvSpPr/>
      </dsp:nvSpPr>
      <dsp:spPr>
        <a:xfrm>
          <a:off x="4462142" y="1924761"/>
          <a:ext cx="1591314" cy="7956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# Customers Lost</a:t>
          </a:r>
        </a:p>
      </dsp:txBody>
      <dsp:txXfrm>
        <a:off x="4462142" y="1924761"/>
        <a:ext cx="1591314" cy="795657"/>
      </dsp:txXfrm>
    </dsp:sp>
    <dsp:sp modelId="{E3FDB439-40D8-4632-BC87-7CF8A80A0FD0}">
      <dsp:nvSpPr>
        <dsp:cNvPr id="0" name=""/>
        <dsp:cNvSpPr/>
      </dsp:nvSpPr>
      <dsp:spPr>
        <a:xfrm rot="18879617">
          <a:off x="5917997" y="1983145"/>
          <a:ext cx="911885" cy="30278"/>
        </a:xfrm>
        <a:custGeom>
          <a:avLst/>
          <a:gdLst/>
          <a:ahLst/>
          <a:cxnLst/>
          <a:rect l="0" t="0" r="0" b="0"/>
          <a:pathLst>
            <a:path>
              <a:moveTo>
                <a:pt x="0" y="15139"/>
              </a:moveTo>
              <a:lnTo>
                <a:pt x="911885" y="1513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6351143" y="1975487"/>
        <a:ext cx="45594" cy="45594"/>
      </dsp:txXfrm>
    </dsp:sp>
    <dsp:sp modelId="{6F5191B9-C6F4-4725-919E-AA6C37B96FA3}">
      <dsp:nvSpPr>
        <dsp:cNvPr id="0" name=""/>
        <dsp:cNvSpPr/>
      </dsp:nvSpPr>
      <dsp:spPr>
        <a:xfrm>
          <a:off x="6694423" y="1276149"/>
          <a:ext cx="1591314" cy="7956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# Customers Lost due to Dissatisfaction</a:t>
          </a:r>
        </a:p>
      </dsp:txBody>
      <dsp:txXfrm>
        <a:off x="6694423" y="1276149"/>
        <a:ext cx="1591314" cy="795657"/>
      </dsp:txXfrm>
    </dsp:sp>
    <dsp:sp modelId="{AF114A9D-E239-4E96-9B09-5160369F89C3}">
      <dsp:nvSpPr>
        <dsp:cNvPr id="0" name=""/>
        <dsp:cNvSpPr/>
      </dsp:nvSpPr>
      <dsp:spPr>
        <a:xfrm rot="17786682">
          <a:off x="7890459" y="1020764"/>
          <a:ext cx="1425285" cy="30278"/>
        </a:xfrm>
        <a:custGeom>
          <a:avLst/>
          <a:gdLst/>
          <a:ahLst/>
          <a:cxnLst/>
          <a:rect l="0" t="0" r="0" b="0"/>
          <a:pathLst>
            <a:path>
              <a:moveTo>
                <a:pt x="0" y="15139"/>
              </a:moveTo>
              <a:lnTo>
                <a:pt x="1425285" y="1513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8567469" y="1000271"/>
        <a:ext cx="71264" cy="71264"/>
      </dsp:txXfrm>
    </dsp:sp>
    <dsp:sp modelId="{7F1BE712-8852-40BE-9FA7-097D2108B76B}">
      <dsp:nvSpPr>
        <dsp:cNvPr id="0" name=""/>
        <dsp:cNvSpPr/>
      </dsp:nvSpPr>
      <dsp:spPr>
        <a:xfrm>
          <a:off x="8920465" y="0"/>
          <a:ext cx="1591314" cy="795657"/>
        </a:xfrm>
        <a:prstGeom prst="rect">
          <a:avLst/>
        </a:prstGeom>
        <a:solidFill>
          <a:srgbClr val="92D05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# Customers who gave Low CSAT Score </a:t>
          </a:r>
        </a:p>
      </dsp:txBody>
      <dsp:txXfrm>
        <a:off x="8920465" y="0"/>
        <a:ext cx="1591314" cy="795657"/>
      </dsp:txXfrm>
    </dsp:sp>
    <dsp:sp modelId="{51E53295-CC94-4D95-AA81-BF2B62478445}">
      <dsp:nvSpPr>
        <dsp:cNvPr id="0" name=""/>
        <dsp:cNvSpPr/>
      </dsp:nvSpPr>
      <dsp:spPr>
        <a:xfrm>
          <a:off x="8285737" y="1658839"/>
          <a:ext cx="634727" cy="30278"/>
        </a:xfrm>
        <a:custGeom>
          <a:avLst/>
          <a:gdLst/>
          <a:ahLst/>
          <a:cxnLst/>
          <a:rect l="0" t="0" r="0" b="0"/>
          <a:pathLst>
            <a:path>
              <a:moveTo>
                <a:pt x="0" y="15139"/>
              </a:moveTo>
              <a:lnTo>
                <a:pt x="634727" y="1513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8587233" y="1658110"/>
        <a:ext cx="31736" cy="31736"/>
      </dsp:txXfrm>
    </dsp:sp>
    <dsp:sp modelId="{3E9EA7FD-9DCA-42CB-9F27-78D1E5F0D494}">
      <dsp:nvSpPr>
        <dsp:cNvPr id="0" name=""/>
        <dsp:cNvSpPr/>
      </dsp:nvSpPr>
      <dsp:spPr>
        <a:xfrm>
          <a:off x="8920465" y="1276149"/>
          <a:ext cx="1591314" cy="7956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# CSAT Responses</a:t>
          </a:r>
        </a:p>
      </dsp:txBody>
      <dsp:txXfrm>
        <a:off x="8920465" y="1276149"/>
        <a:ext cx="1591314" cy="795657"/>
      </dsp:txXfrm>
    </dsp:sp>
    <dsp:sp modelId="{09BE107E-F15E-4CC8-9165-D6E7E9B80F6A}">
      <dsp:nvSpPr>
        <dsp:cNvPr id="0" name=""/>
        <dsp:cNvSpPr/>
      </dsp:nvSpPr>
      <dsp:spPr>
        <a:xfrm rot="3984919">
          <a:off x="7807202" y="2389905"/>
          <a:ext cx="1595395" cy="30278"/>
        </a:xfrm>
        <a:custGeom>
          <a:avLst/>
          <a:gdLst/>
          <a:ahLst/>
          <a:cxnLst/>
          <a:rect l="0" t="0" r="0" b="0"/>
          <a:pathLst>
            <a:path>
              <a:moveTo>
                <a:pt x="0" y="15139"/>
              </a:moveTo>
              <a:lnTo>
                <a:pt x="1595395" y="1513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8565015" y="2365159"/>
        <a:ext cx="79769" cy="79769"/>
      </dsp:txXfrm>
    </dsp:sp>
    <dsp:sp modelId="{495216BE-CB2B-4B07-9B49-17BC6B83BD7E}">
      <dsp:nvSpPr>
        <dsp:cNvPr id="0" name=""/>
        <dsp:cNvSpPr/>
      </dsp:nvSpPr>
      <dsp:spPr>
        <a:xfrm>
          <a:off x="8924062" y="2738281"/>
          <a:ext cx="1591314" cy="7956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# Customers Lost</a:t>
          </a:r>
        </a:p>
      </dsp:txBody>
      <dsp:txXfrm>
        <a:off x="8924062" y="2738281"/>
        <a:ext cx="1591314" cy="795657"/>
      </dsp:txXfrm>
    </dsp:sp>
    <dsp:sp modelId="{4D86AEDA-7C19-4059-A026-4453B981DE63}">
      <dsp:nvSpPr>
        <dsp:cNvPr id="0" name=""/>
        <dsp:cNvSpPr/>
      </dsp:nvSpPr>
      <dsp:spPr>
        <a:xfrm rot="2866553">
          <a:off x="5897054" y="2660596"/>
          <a:ext cx="953772" cy="30278"/>
        </a:xfrm>
        <a:custGeom>
          <a:avLst/>
          <a:gdLst/>
          <a:ahLst/>
          <a:cxnLst/>
          <a:rect l="0" t="0" r="0" b="0"/>
          <a:pathLst>
            <a:path>
              <a:moveTo>
                <a:pt x="0" y="15139"/>
              </a:moveTo>
              <a:lnTo>
                <a:pt x="953772" y="1513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6350095" y="2651890"/>
        <a:ext cx="47688" cy="47688"/>
      </dsp:txXfrm>
    </dsp:sp>
    <dsp:sp modelId="{4D7D76B4-CCA1-4824-97E3-B50A0DF48914}">
      <dsp:nvSpPr>
        <dsp:cNvPr id="0" name=""/>
        <dsp:cNvSpPr/>
      </dsp:nvSpPr>
      <dsp:spPr>
        <a:xfrm>
          <a:off x="6694423" y="2631051"/>
          <a:ext cx="1591314" cy="7956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# Customer Lost due to Other Reasons </a:t>
          </a:r>
        </a:p>
      </dsp:txBody>
      <dsp:txXfrm>
        <a:off x="6694423" y="2631051"/>
        <a:ext cx="1591314" cy="795657"/>
      </dsp:txXfrm>
    </dsp:sp>
    <dsp:sp modelId="{313A79E6-B1C2-4BFF-B664-64EAB5EC4FFB}">
      <dsp:nvSpPr>
        <dsp:cNvPr id="0" name=""/>
        <dsp:cNvSpPr/>
      </dsp:nvSpPr>
      <dsp:spPr>
        <a:xfrm rot="2936807">
          <a:off x="3659283" y="3401579"/>
          <a:ext cx="969191" cy="30278"/>
        </a:xfrm>
        <a:custGeom>
          <a:avLst/>
          <a:gdLst/>
          <a:ahLst/>
          <a:cxnLst/>
          <a:rect l="0" t="0" r="0" b="0"/>
          <a:pathLst>
            <a:path>
              <a:moveTo>
                <a:pt x="0" y="15139"/>
              </a:moveTo>
              <a:lnTo>
                <a:pt x="969191" y="1513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4119649" y="3392489"/>
        <a:ext cx="48459" cy="48459"/>
      </dsp:txXfrm>
    </dsp:sp>
    <dsp:sp modelId="{CC8D97FD-936E-4FD7-A5EE-B0FB2540B83A}">
      <dsp:nvSpPr>
        <dsp:cNvPr id="0" name=""/>
        <dsp:cNvSpPr/>
      </dsp:nvSpPr>
      <dsp:spPr>
        <a:xfrm>
          <a:off x="4462142" y="3384323"/>
          <a:ext cx="1591314" cy="79565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 #  Existing Customers</a:t>
          </a:r>
        </a:p>
      </dsp:txBody>
      <dsp:txXfrm>
        <a:off x="4462142" y="3384323"/>
        <a:ext cx="1591314" cy="7956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49A4A-237E-F96B-09EF-0A0CA01C1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F60C7-0682-9F0A-75D9-B968BF82C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FA65B-89F2-B4CD-AF1D-C48AF2701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9260-AA94-4C8E-9549-1F9284E2A0A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71520-181B-FDB9-3C06-5DCEC857F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566EA-28A4-012C-18FB-82AF4CBF5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20C19-1421-420A-AC81-4519B529F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736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56FAB-E7DC-260F-0A4F-33D2C63FC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FE157-67A2-D5B6-6559-1796772F6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DB9B4-20C0-41BD-9E36-18140D01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9260-AA94-4C8E-9549-1F9284E2A0A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51513-F28E-8826-3377-3B781E31A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A1A00-F4D3-1603-8144-A5F724EE5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20C19-1421-420A-AC81-4519B529F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277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38CB-E91A-E396-0C99-CFC2B1B11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DE61E-B232-A806-5510-99396393E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311A6-AC56-01BC-17C2-D9AE7CC33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9260-AA94-4C8E-9549-1F9284E2A0A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ABBE2-5749-26B4-6657-E36D195E3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36679-9F81-590F-5864-1083E4B02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20C19-1421-420A-AC81-4519B529F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337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11A67-1C1F-45B4-78C2-918DCA987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BA12E-703F-77AE-E2F4-10C47EA0D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8172DE-C573-4A6B-3DD2-6929AC004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1B7CF-527F-A9C6-5C4A-3FD32D8B0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9260-AA94-4C8E-9549-1F9284E2A0A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A2F633-F956-443B-7ADB-34F6962BD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DA77E-7DCF-1B0B-D068-E8B3D4FBF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20C19-1421-420A-AC81-4519B529F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960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4A5E6-871C-9D3B-7558-499408C2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3B5AC-ABEF-1596-C7EF-9452EC8CD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2F36E-4E73-01D8-DAB6-B8B53D861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5F8562-6401-A21A-C1C5-7A1D91F946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CEC042-9E5C-0FA8-BECA-7C5462FAD9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AC3EDE-E999-4BC9-14F0-24DA0C1EE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9260-AA94-4C8E-9549-1F9284E2A0A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CC9579-77E8-C446-F9C1-0271B779E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58EB26-6770-8883-D7F0-1DF77B87B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20C19-1421-420A-AC81-4519B529F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244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A8199-3872-AACA-50AF-4A9BEA056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889D5-43F9-0988-FD52-E424AA4EE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9260-AA94-4C8E-9549-1F9284E2A0A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1D7CAA-B756-406A-15AB-BDEF1A106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FA19E9-9A16-A840-6E2B-46516A0D7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20C19-1421-420A-AC81-4519B529F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141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AE0C6C-3C80-F225-1219-3011BBEC6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9260-AA94-4C8E-9549-1F9284E2A0A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54AD2-C0C4-42C4-9914-055EFF82B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309DA-1781-FF35-B31B-96A0350B7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20C19-1421-420A-AC81-4519B529F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25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1C029-352B-945A-5AF3-896127B5B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8A09E-0439-3EC0-A65A-0DDFA2B0B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4C848A-7E7D-1B1E-63D5-F075F161C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30E71-C5AF-23A1-E675-D601B05C9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9260-AA94-4C8E-9549-1F9284E2A0A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B5A8C-3184-BDCA-3ACE-11A625794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E3A34-6378-F571-2CE4-C610D5E4B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20C19-1421-420A-AC81-4519B529F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05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4EB88-2FDC-E01C-40FC-FFB62A800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E663B1-6EA2-A2B7-7E46-5A5B86EF58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FA07C-CADA-678B-5D79-487B393CB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AEBDF8-CB22-EA75-300D-142655502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9260-AA94-4C8E-9549-1F9284E2A0A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F0EDE-6C04-7DA3-7ECD-A0CDEAC61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4F59E-3851-1A17-67C5-AA7986864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20C19-1421-420A-AC81-4519B529F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303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E2B43-B299-C6B8-2B0B-09BDF13E4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638322-DD76-35FD-0F19-25A5F0DB0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7BD15-5240-C973-1FE1-109945AC6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9260-AA94-4C8E-9549-1F9284E2A0A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9830B-050D-1411-46EF-39D115627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1A9A0-71DF-EE5E-07DA-D06A85DA5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20C19-1421-420A-AC81-4519B529F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899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6D17F2-EBAD-A2C1-5792-19D305658C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58C70C-A28C-96FF-503C-BDF8804B6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884B1-49A6-755A-DF7B-D1F207A4A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9260-AA94-4C8E-9549-1F9284E2A0A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7C7DB-C22E-01FA-C065-2AC4E5C37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5C0C9-D77E-544D-F62D-A468CD3C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20C19-1421-420A-AC81-4519B529F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77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9033A6-598E-BE7A-96E3-BE62E770B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C257E1-E26F-4CA4-456A-4AD31E435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711B6-7F0E-AE99-C0AD-4A1DC3F9D9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69260-AA94-4C8E-9549-1F9284E2A0A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AF683-7A50-3FC3-FA83-7C4988FF63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F17AA-D105-AD90-6A59-1274501CCC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20C19-1421-420A-AC81-4519B529F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765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  <p:sldLayoutId id="2147483906" r:id="rId10"/>
    <p:sldLayoutId id="21474839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8FA79-E2C1-A67D-8DE7-CE3C0CE4D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7640" y="2330992"/>
            <a:ext cx="8219872" cy="2196016"/>
          </a:xfrm>
        </p:spPr>
        <p:txBody>
          <a:bodyPr anchor="ctr">
            <a:normAutofit/>
          </a:bodyPr>
          <a:lstStyle/>
          <a:p>
            <a:pPr algn="l"/>
            <a:r>
              <a:rPr lang="en-IN" sz="4800" b="1" dirty="0">
                <a:solidFill>
                  <a:schemeClr val="tx2">
                    <a:lumMod val="50000"/>
                  </a:schemeClr>
                </a:solidFill>
                <a:latin typeface="Trebuchet MS" panose="020B0603020202020204" pitchFamily="34" charset="0"/>
              </a:rPr>
              <a:t>Opportunities to </a:t>
            </a:r>
            <a:r>
              <a:rPr lang="en-IN" sz="4800" b="1" dirty="0">
                <a:solidFill>
                  <a:srgbClr val="0070C0"/>
                </a:solidFill>
                <a:latin typeface="Trebuchet MS" panose="020B0603020202020204" pitchFamily="34" charset="0"/>
              </a:rPr>
              <a:t>improve</a:t>
            </a:r>
            <a:r>
              <a:rPr lang="en-IN" sz="4800" b="1" dirty="0">
                <a:solidFill>
                  <a:schemeClr val="bg1"/>
                </a:solidFill>
                <a:latin typeface="Trebuchet MS" panose="020B0603020202020204" pitchFamily="34" charset="0"/>
              </a:rPr>
              <a:t> </a:t>
            </a:r>
            <a:r>
              <a:rPr lang="en-IN" sz="4800" b="1" dirty="0">
                <a:solidFill>
                  <a:schemeClr val="tx2">
                    <a:lumMod val="50000"/>
                  </a:schemeClr>
                </a:solidFill>
                <a:latin typeface="Trebuchet MS" panose="020B0603020202020204" pitchFamily="34" charset="0"/>
              </a:rPr>
              <a:t>Flipkart’s customer </a:t>
            </a:r>
            <a:r>
              <a:rPr lang="en-IN" sz="4800" b="1" dirty="0">
                <a:solidFill>
                  <a:srgbClr val="0070C0"/>
                </a:solidFill>
                <a:latin typeface="Trebuchet MS" panose="020B0603020202020204" pitchFamily="34" charset="0"/>
              </a:rPr>
              <a:t>retention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5B77DD2-FA0F-0BCE-3034-F7B152244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081" y="2216285"/>
            <a:ext cx="2425430" cy="2425430"/>
          </a:xfrm>
          <a:prstGeom prst="rect">
            <a:avLst/>
          </a:prstGeom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2474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134899-D04B-9483-ACD2-CC180EB00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432E6-869C-E8B1-A3EE-7951BBF34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7640" y="2330992"/>
            <a:ext cx="10571660" cy="2196016"/>
          </a:xfrm>
        </p:spPr>
        <p:txBody>
          <a:bodyPr anchor="ctr">
            <a:normAutofit/>
          </a:bodyPr>
          <a:lstStyle/>
          <a:p>
            <a:r>
              <a:rPr lang="en-IN" sz="4400" b="1" dirty="0">
                <a:solidFill>
                  <a:schemeClr val="tx2">
                    <a:lumMod val="50000"/>
                  </a:schemeClr>
                </a:solidFill>
                <a:latin typeface="Trebuchet MS" panose="020B0603020202020204" pitchFamily="34" charset="0"/>
              </a:rPr>
              <a:t>Which metric should we focus on to improve customer retention?</a:t>
            </a:r>
          </a:p>
        </p:txBody>
      </p:sp>
    </p:spTree>
    <p:extLst>
      <p:ext uri="{BB962C8B-B14F-4D97-AF65-F5344CB8AC3E}">
        <p14:creationId xmlns:p14="http://schemas.microsoft.com/office/powerpoint/2010/main" val="614593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043B8-850F-2B63-A036-4F562D3BD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tx2">
                    <a:lumMod val="50000"/>
                  </a:schemeClr>
                </a:solidFill>
                <a:latin typeface="Trebuchet MS" panose="020B0603020202020204" pitchFamily="34" charset="0"/>
              </a:rPr>
              <a:t>Metric Tree</a:t>
            </a:r>
            <a:endParaRPr lang="en-IN" dirty="0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BE25572E-3672-CBCE-65C1-DD9A1C561D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0249089"/>
              </p:ext>
            </p:extLst>
          </p:nvPr>
        </p:nvGraphicFramePr>
        <p:xfrm>
          <a:off x="838200" y="1762813"/>
          <a:ext cx="10515600" cy="47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184D091-B7DD-49F5-A1FA-DF86C7AB073B}"/>
              </a:ext>
            </a:extLst>
          </p:cNvPr>
          <p:cNvSpPr txBox="1"/>
          <p:nvPr/>
        </p:nvSpPr>
        <p:spPr>
          <a:xfrm>
            <a:off x="5959789" y="4661715"/>
            <a:ext cx="272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/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ECDE10-F195-2FB3-FA00-0A24502A2134}"/>
              </a:ext>
            </a:extLst>
          </p:cNvPr>
          <p:cNvSpPr txBox="1"/>
          <p:nvPr/>
        </p:nvSpPr>
        <p:spPr>
          <a:xfrm>
            <a:off x="8198583" y="3913829"/>
            <a:ext cx="338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8A1714-0642-4ADD-C86A-22E7062AF487}"/>
              </a:ext>
            </a:extLst>
          </p:cNvPr>
          <p:cNvSpPr txBox="1"/>
          <p:nvPr/>
        </p:nvSpPr>
        <p:spPr>
          <a:xfrm>
            <a:off x="10437884" y="2564712"/>
            <a:ext cx="284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/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41C055-8EBD-53D9-D657-41460B299A57}"/>
              </a:ext>
            </a:extLst>
          </p:cNvPr>
          <p:cNvSpPr txBox="1"/>
          <p:nvPr/>
        </p:nvSpPr>
        <p:spPr>
          <a:xfrm>
            <a:off x="10431071" y="4006162"/>
            <a:ext cx="297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F799BF-E998-E407-C91A-391BBFE827DD}"/>
              </a:ext>
            </a:extLst>
          </p:cNvPr>
          <p:cNvSpPr txBox="1"/>
          <p:nvPr/>
        </p:nvSpPr>
        <p:spPr>
          <a:xfrm>
            <a:off x="9638594" y="1455036"/>
            <a:ext cx="18826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i="1" dirty="0"/>
              <a:t>Key Metric: CSAT Score</a:t>
            </a:r>
          </a:p>
        </p:txBody>
      </p:sp>
    </p:spTree>
    <p:extLst>
      <p:ext uri="{BB962C8B-B14F-4D97-AF65-F5344CB8AC3E}">
        <p14:creationId xmlns:p14="http://schemas.microsoft.com/office/powerpoint/2010/main" val="1358098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3FA78-03C5-E1FA-0B01-8F8C214F0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7FFA6-8DD5-81C9-FB3C-AE80EB45CD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0506" y="492765"/>
            <a:ext cx="10571660" cy="2196016"/>
          </a:xfrm>
        </p:spPr>
        <p:txBody>
          <a:bodyPr anchor="ctr">
            <a:normAutofit/>
          </a:bodyPr>
          <a:lstStyle/>
          <a:p>
            <a:r>
              <a:rPr lang="en-IN" sz="4400" b="1" dirty="0">
                <a:solidFill>
                  <a:schemeClr val="tx2">
                    <a:lumMod val="50000"/>
                  </a:schemeClr>
                </a:solidFill>
                <a:latin typeface="Trebuchet MS" panose="020B0603020202020204" pitchFamily="34" charset="0"/>
              </a:rPr>
              <a:t>How to Use Customer CSAT Score?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16304E1-E260-3DB4-D441-CA0E4A528F67}"/>
              </a:ext>
            </a:extLst>
          </p:cNvPr>
          <p:cNvSpPr txBox="1">
            <a:spLocks/>
          </p:cNvSpPr>
          <p:nvPr/>
        </p:nvSpPr>
        <p:spPr>
          <a:xfrm>
            <a:off x="740506" y="3071212"/>
            <a:ext cx="10571659" cy="21960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>
                <a:solidFill>
                  <a:srgbClr val="1F74BA"/>
                </a:solidFill>
                <a:latin typeface="Trebuchet MS" panose="020B0603020202020204" pitchFamily="34" charset="0"/>
              </a:rPr>
              <a:t>Average CSAT Score </a:t>
            </a:r>
            <a:r>
              <a:rPr lang="en-IN" sz="4000" dirty="0">
                <a:latin typeface="Trebuchet MS" panose="020B0603020202020204" pitchFamily="34" charset="0"/>
              </a:rPr>
              <a:t>can</a:t>
            </a:r>
            <a:r>
              <a:rPr lang="en-IN" sz="4000" b="1" dirty="0">
                <a:solidFill>
                  <a:srgbClr val="1F74BA"/>
                </a:solidFill>
                <a:latin typeface="Trebuchet MS" panose="020B0603020202020204" pitchFamily="34" charset="0"/>
              </a:rPr>
              <a:t> </a:t>
            </a:r>
            <a:r>
              <a:rPr lang="en-IN" sz="4000" dirty="0">
                <a:latin typeface="Trebuchet MS" panose="020B0603020202020204" pitchFamily="34" charset="0"/>
              </a:rPr>
              <a:t>help identify areas of lower customer satisfaction that may contribute to </a:t>
            </a:r>
            <a:r>
              <a:rPr lang="en-IN" sz="4000" b="1" u="sng" dirty="0">
                <a:latin typeface="Trebuchet MS" panose="020B0603020202020204" pitchFamily="34" charset="0"/>
              </a:rPr>
              <a:t>retention decline</a:t>
            </a:r>
            <a:r>
              <a:rPr lang="en-IN" sz="4000" u="sng" dirty="0">
                <a:latin typeface="Trebuchet MS" panose="020B0603020202020204" pitchFamily="34" charset="0"/>
              </a:rPr>
              <a:t>.</a:t>
            </a:r>
            <a:endParaRPr lang="en-IN" sz="4000" b="1" u="sng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830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281C8-6A23-687F-26D4-950B0A9DA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906EB-57E1-390A-DF6C-DB06C5D277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0506" y="492765"/>
            <a:ext cx="10571660" cy="2196016"/>
          </a:xfrm>
        </p:spPr>
        <p:txBody>
          <a:bodyPr anchor="ctr">
            <a:normAutofit/>
          </a:bodyPr>
          <a:lstStyle/>
          <a:p>
            <a:r>
              <a:rPr lang="en-IN" sz="4400" b="1" dirty="0">
                <a:solidFill>
                  <a:schemeClr val="tx2">
                    <a:lumMod val="50000"/>
                  </a:schemeClr>
                </a:solidFill>
                <a:latin typeface="Trebuchet MS" panose="020B0603020202020204" pitchFamily="34" charset="0"/>
              </a:rPr>
              <a:t>How to Use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5E0AFF5-0AF2-BE64-D61E-3474B804121D}"/>
              </a:ext>
            </a:extLst>
          </p:cNvPr>
          <p:cNvSpPr txBox="1">
            <a:spLocks/>
          </p:cNvSpPr>
          <p:nvPr/>
        </p:nvSpPr>
        <p:spPr>
          <a:xfrm>
            <a:off x="740506" y="3071212"/>
            <a:ext cx="10571659" cy="21960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>
                <a:solidFill>
                  <a:srgbClr val="1F74BA"/>
                </a:solidFill>
                <a:latin typeface="Trebuchet MS" panose="020B0603020202020204" pitchFamily="34" charset="0"/>
              </a:rPr>
              <a:t>Average CSAT Score </a:t>
            </a:r>
            <a:r>
              <a:rPr lang="en-IN" sz="4000" dirty="0">
                <a:latin typeface="Trebuchet MS" panose="020B0603020202020204" pitchFamily="34" charset="0"/>
              </a:rPr>
              <a:t>can</a:t>
            </a:r>
            <a:r>
              <a:rPr lang="en-IN" sz="4000" b="1" dirty="0">
                <a:solidFill>
                  <a:srgbClr val="1F74BA"/>
                </a:solidFill>
                <a:latin typeface="Trebuchet MS" panose="020B0603020202020204" pitchFamily="34" charset="0"/>
              </a:rPr>
              <a:t> </a:t>
            </a:r>
            <a:r>
              <a:rPr lang="en-IN" sz="4000" dirty="0">
                <a:latin typeface="Trebuchet MS" panose="020B0603020202020204" pitchFamily="34" charset="0"/>
              </a:rPr>
              <a:t>help identify areas of lower customer satisfaction that may contribute to </a:t>
            </a:r>
            <a:r>
              <a:rPr lang="en-IN" sz="4000" b="1" u="sng" dirty="0">
                <a:latin typeface="Trebuchet MS" panose="020B0603020202020204" pitchFamily="34" charset="0"/>
              </a:rPr>
              <a:t>retention decline</a:t>
            </a:r>
            <a:r>
              <a:rPr lang="en-IN" sz="4000" u="sng" dirty="0">
                <a:latin typeface="Trebuchet MS" panose="020B0603020202020204" pitchFamily="34" charset="0"/>
              </a:rPr>
              <a:t>.</a:t>
            </a:r>
            <a:endParaRPr lang="en-IN" sz="4000" b="1" u="sng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964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1625</TotalTime>
  <Words>113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Trebuchet MS</vt:lpstr>
      <vt:lpstr>Office Theme</vt:lpstr>
      <vt:lpstr>Opportunities to improve Flipkart’s customer retention</vt:lpstr>
      <vt:lpstr>Which metric should we focus on to improve customer retention?</vt:lpstr>
      <vt:lpstr>Metric Tree</vt:lpstr>
      <vt:lpstr>How to Use Customer CSAT Score?</vt:lpstr>
      <vt:lpstr>How to Use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Shashwat Singh</dc:creator>
  <cp:lastModifiedBy>Shashwat Singh</cp:lastModifiedBy>
  <cp:revision>1</cp:revision>
  <dcterms:created xsi:type="dcterms:W3CDTF">2025-12-15T12:52:08Z</dcterms:created>
  <dcterms:modified xsi:type="dcterms:W3CDTF">2025-12-16T15:57:52Z</dcterms:modified>
</cp:coreProperties>
</file>